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9367" y="1143000"/>
            <a:ext cx="70202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GB" dirty="0"/>
              <a:t>Audio recognition system for workplace safety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SoundMonitor</a:t>
            </a:r>
            <a:r>
              <a:rPr lang="en-GB" dirty="0"/>
              <a:t> AI)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9433" y="3886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Project Proposal and Requirements Specification</a:t>
            </a:r>
          </a:p>
          <a:p>
            <a:endParaRPr/>
          </a:p>
          <a:p>
            <a:r>
              <a:t>Dat Quang Pham (20992053)</a:t>
            </a:r>
          </a:p>
          <a:p>
            <a:r>
              <a:t>Supervisor: Bob Nguyen</a:t>
            </a:r>
          </a:p>
          <a:p>
            <a:r>
              <a:t>BSc (Hons) Computer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University of Westminster | 13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Problem Statement &amp; Significance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Literature Review Findings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Commercial Product Analysis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Proposed Solution Architecture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System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Tools &amp; Technology Stack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7. Project Timeline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8. Expected Outcomes &amp; Contributions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Workplace Safety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604,000 non-fatal injuries annually in UK workplaces (HSE, 2023)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124 fatal injuries in 2024/2025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£20 billion annual cost to UK economy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 Monitoring Systems Are Inadequate: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Manual supervision: Cannot monitor all areas simultaneously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CCTV surveillance: Blind spots in complex environments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Cannot detect acoustic warning signs before visible incidents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Acoustic Monitoring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Acoustic Signatures Precede Visual Incidents: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Equipment malfunctions: grinding bearings, overheating motors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Structural failures: creaking scaffolds, cracking materials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Worker distress: calls for help in noisy environments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First 60 Seconds: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Early detection enables rapid intervention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Outcomes remain modifiable within first minute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Real-time classification prevents delayed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Aim: Design and implement real-time workplace safety monitoring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using sound event detection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Objectives: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Develop CNN-LSTM model for 5 hazard categories: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Equipment malfunction, Falling objects, Glass breaking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Human distress, Emergency alarms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Achieve &gt;90% classification accuracy, &lt;1s latency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Deploy on cost-effective edge hardware (Raspberry Pi 4)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Deliver multi-channel alert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Review: CNN-LSTM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Finding: Hybrid CRNN Architectures Outperform (Cakir et al., 2017)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CNNs: Extract spatial features from spectrograms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RNNs: Capture temporal dependencies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CRNN: Absolute gains of 6.6% and 13.6% in F1 scores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Audio-Specific Pre-trained Models: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VGGish, YAMNet, PANNs trained on AudioSet (527 classes)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96.7% accuracy on UrbanSound8K (Tsalera et al., 2021)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80% faster training time vs. image-based CNNs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Research Gaps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Deployment Constraints: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Research on GPUs, limited edge device guidance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Dataset Domain Gap: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</a:t>
            </a:r>
            <a:r>
              <a:rPr dirty="0" err="1"/>
              <a:t>AudioSet</a:t>
            </a:r>
            <a:r>
              <a:rPr dirty="0"/>
              <a:t>/UrbanSound8K lack workplace-specific sounds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Missing: bearing failures, structural stress, worker distress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3. Robustness Issues: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Evaluated on clean datasets, not &gt;80dB industrial noise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4. Class Imbalance: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Rare hazard events vs. common background sounds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Commercial Products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Product Limitations: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SONITROL: Human-verified only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No autonomous AI classification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March Networks: Video-centric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Audio as secondary feature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High cost ($500-1500/camera)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HALO Smart Sensor: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Education-focused keywords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Not industrial hazards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Key Gaps Identified: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No real-time classification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Delayed intervention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Expensive proprietary hardware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Barrier for SMEs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Limited hazard coverage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Security-focused, not safety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Cloud dependency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Privacy concerns,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SoundMonitor AI: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Differentiators: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Real-time classification: &lt;1 second end-to-end latency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Edge-based processing: Privacy-preserving, no cloud dependency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Cost-effective hardware: Raspberry Pi 4 (~£80 vs $500+)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Comprehensive hazard coverage: 5 workplace-specific categories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Automated analytics: Pattern recognition without human monitoring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Phased Deployment Strategy: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Develop &amp; optimize on laptop/PC (16GB RAM, RTX 5060)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Deploy on Raspberry Pi 4 (8GB) for SME affordability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Audio Pipeline: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Microphone → Preprocessing → CNN-LSTM → Alert → Logging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Audio Capture: 48kHz, 16-bit, 1-second buffering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Preprocessing: Log-Mel spectrogram (128 bins, 2048 FFT)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Classification: Transfer learning from PANNs/YAMNet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Alert Generation: If confidence &gt;80%, trigger multi-channel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Event Logging: SQLite database, 30-day retention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Alert Channels: Visual (LED), Audio (buzzer), Network (SMS/email)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Use Cases (18 Total)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Audio Monitoring (UC1-3):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Capture → Preprocess → Classify sound events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Alert Management (UC4-7):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Generate alerts → Send notifications → Acknowledge → Review history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Configuration (UC12-15):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Configure thresholds → Manage microphones → Update model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Maintenance (UC16-18):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Monitor health → Handle errors → Auto-restart if critical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Functional Requirements: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FR1: Audio capture &amp; preprocessing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48kHz, 1-8 channels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FR2: Sound classification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5 hazard categories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Confidence scores (SoftMax)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FR3: Alert generation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Multi-channel notifications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Rate limiting (1/sec/class)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FR4: Event logging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SQLite database, CSV export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Optional audio snippets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Non-Functional Requirements: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NFR1: Performance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&lt;1s latency, &gt;90% accuracy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&lt;500ms inference on Pi 4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NFR2: Resource constraints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Model &lt;50MB (TFLite)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RAM &lt;1GB, CPU &lt;80%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NFR3: Privacy &amp; Security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On-device processing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AES-256 encryption, GDPR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NFR4: Reliability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&gt;99% uptime, auto-recovery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Tools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Hardware: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Development: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Intel i5-13450HX, 16GB RAM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RTX 5060 8GB (GPU acceleration)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1TB NVMe SSD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Deployment: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Raspberry Pi 4 Model B (8GB)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Quad-core ARM Cortex-A72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Cost-effective (~£80)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Justification: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GPU: 10-15x training speedup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Pi 4: Affordable edge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Software: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Development: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VS Code, Jupyter Notebook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ML Frameworks: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TensorFlow Lite (deployment)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PyTorch (prototyping)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Audio Processing: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Librosa (feature extraction)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PyAudio (real-time capture)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Data Science: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NumPy, Pandas, Matplotlib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Version Control: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Requirements Elicitation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Literature Analysis: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Reviewed papers, 15+ supporting references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Established technical benchmarks: 87-95% accuracy, &lt;1s latency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Competitive Analysis: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Evaluated SONITROL, March Networks, HALO Smart Sensor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Identified cost barriers ($500-1500), privacy concerns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3. Regulatory Review: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HSE UK statistics, GDPR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• Mandated on-device processing, no cloud uploads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Phase 1: Research &amp; Dataset (Weeks 1-3)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Literature review, dataset collection (500+ samples)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Phase 2: Model Development (Weeks 4-6)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Architecture selection, initial training (&gt;80% accuracy target)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Phase 3: Desktop Prototype (Weeks 7-8)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Full system integration, demo-ready (Milestone: Feb 2025)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Phase 4: Edge Optimization (Weeks 9-10)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TFLite</a:t>
            </a:r>
            <a:r>
              <a:rPr dirty="0"/>
              <a:t> quantization, Pi deployment (&lt;500ms inference)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Phase 5: Testing &amp; Documentation (Weeks 11-12)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Validation, final report preparation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Expected Outcomes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Deliverables: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Trained CNN-LSTM model achieving &gt;90% accuracy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Desktop prototype with real-time classification (&lt;1s latency)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Raspberry Pi deployment with optimized inference (&lt;500ms)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Open-source codebase (MIT License, &gt;70% test coverage)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Academic Contributions: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Workplace-specific audio dataset for safety applications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Evaluation of transfer learning from AudioSet to industrial domain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Edge deployment case study: accuracy vs. resource trade-offs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Cost-benefit analysis: £80 Pi vs. $500+ commercial solutions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Anticipated Challenges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 1: Dataset Scarcity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Limited workplace hazard audio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Mitigation: Transfer learning +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synthetic augmentation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 2: Class Imbalance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Rare hazards vs. common sounds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Mitigation: Focal loss,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cost-sensitive learning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 3: Edge Performance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Model size vs. accuracy trade-off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Mitigation: Quantization,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pruning, knowledge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 4: Noisy Environments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&gt;80dB sustained noise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Mitigation: Noise-robust features,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domain-specific fine-tuning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 5: False Positives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Alert fatigue from FPs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Mitigation: Confidence threshold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tuning, rate limiting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 6: Privacy Compliance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GDPR audio recording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Mitigation: On-device processing,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AES-256 encryption, 30-day deletion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8526" y="4572000"/>
            <a:ext cx="406694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rPr dirty="0"/>
              <a:t>Dat Quang Pham (20992053)</a:t>
            </a:r>
          </a:p>
          <a:p>
            <a:r>
              <a:rPr lang="en-GB" dirty="0"/>
              <a:t>	</a:t>
            </a:r>
            <a:r>
              <a:rPr dirty="0"/>
              <a:t>w20992053@westminster.ac.uk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1459</Words>
  <Application>Microsoft Office PowerPoint</Application>
  <PresentationFormat>On-screen Show (4:3)</PresentationFormat>
  <Paragraphs>273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Dat Pham</cp:lastModifiedBy>
  <cp:revision>2</cp:revision>
  <dcterms:created xsi:type="dcterms:W3CDTF">2013-01-27T09:14:16Z</dcterms:created>
  <dcterms:modified xsi:type="dcterms:W3CDTF">2025-11-13T08:15:19Z</dcterms:modified>
  <cp:category/>
</cp:coreProperties>
</file>